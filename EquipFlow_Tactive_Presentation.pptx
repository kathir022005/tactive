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image" Target="../media/image-7-1.png"/><Relationship Id="rId12" Type="http://schemas.openxmlformats.org/officeDocument/2006/relationships/image" Target="../media/image-7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052560" y="-914400"/>
            <a:ext cx="4754880" cy="4754880"/>
          </a:xfrm>
          <a:prstGeom prst="roundRect">
            <a:avLst>
              <a:gd name="adj" fmla="val 6731"/>
            </a:avLst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149840" y="329184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TACTIVE SOFTWARE ENGINEERING INTERNSHIP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Equipment &amp; Asset Reservation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reservation platform built to demonstrate real-world engineering: business-rule enforcement, automated testing, security, and an AI-assisted change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62179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Leadership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tactive.onrender.com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EquipFlow Is, In One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19842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ctive_ppt/icon_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2121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70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3172968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equipment &amp; asset booking system enforcing five interlocking business rules — not a toy CRUD app.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9856" y="16916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6552" y="19842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tactive_ppt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12140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770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Quality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21024" y="3172968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automated tests across happy-path, edge-case, and security groups, plus a deliberate red run with captured evidence.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91072" y="16916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87768" y="19842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tactive_ppt/icon_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12140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770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Loop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172968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 (VIP Tier) was added end-to-end: implemented, tested to failure, fixed, and documented.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62288" y="16916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58984" y="19842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tactive_ppt/icon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212140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770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63456" y="3172968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role-based access, schema validation, and parameterized queries — no secrets in the repo.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228832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074920"/>
            <a:ext cx="10588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shows the full engineering lifecycle — design, build, secure, test, break, fix, document — in one live, working system.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is a full-stack reservation platform that lets organizations book, manage, and track shared equipment and assets — while a rules engine automatically enforces availability, quotas, and maintenance windows.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86207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realistic business scenario with layered constraints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33756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 with an automated, evidence-backed test suite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50208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81304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controlled AI-assisted feature change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2885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production-grade security and clean architecture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508760"/>
            <a:ext cx="4754880" cy="4526280"/>
          </a:xfrm>
          <a:prstGeom prst="roundRect">
            <a:avLst>
              <a:gd name="adj" fmla="val 282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3317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95360" y="23317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27889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0" y="27889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3246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0" y="3246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 server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23760" y="37033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5360" y="37033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/ SQLite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4160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0" y="41605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(API) + Playwright (E2E)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0" y="46177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0" y="46177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(live deployment)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0" y="50749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95360" y="50749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VIP · Standard user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Business Rules, Fully Enforced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755648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6654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 the same asset in overlapping date ranges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2763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95160" y="1755648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Quota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06654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users capped at 3 active reservations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79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Windows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05409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block assets for maintenance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61518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2779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95160" y="2743200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Limit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05409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14 days per reservation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67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71600" y="373075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4164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can never be after end date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602736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767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373075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 Penalty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404164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rate applied to overdue returns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590288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371600" y="4718304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Priority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50292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Auto-confirmed bookings, 50% late-fee discount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62356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above is covered by the automated test suite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 Quality Assurance.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2834640"/>
          </a:xfrm>
          <a:prstGeom prst="roundRect">
            <a:avLst>
              <a:gd name="adj" fmla="val 4516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219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tactive_ppt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+ TypeScript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32688" y="3364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Navbar / AssetCatalog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32688" y="38039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BookingModal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32688" y="42428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AdminPanel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87705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297680" y="1965960"/>
            <a:ext cx="3566160" cy="2834640"/>
          </a:xfrm>
          <a:prstGeom prst="roundRect">
            <a:avLst>
              <a:gd name="adj" fmla="val 4516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53712" y="22219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/home/claude/tactive_ppt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34086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6636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(API)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90288" y="2926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 middleware (JWT)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90288" y="3364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Zod validation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90288" y="38039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conflictEngine / quotaEngine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90288" y="42428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penaltyCalculator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80897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8229600" y="1965960"/>
            <a:ext cx="3337560" cy="2834640"/>
          </a:xfrm>
          <a:prstGeom prst="roundRect">
            <a:avLst>
              <a:gd name="adj" fmla="val 4516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485632" y="22219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2" descr="/home/claude/tactive_ppt/icon_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34086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522208" y="29260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Atlas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522208" y="33649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 (dev)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522208" y="380390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Prepared statements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522208" y="42428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Seeded roles &amp; assets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single service on Render.com, serving the built React client and the Node API from one origin.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ctive_ppt/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2221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298094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852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quota restrictions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" y="3547872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341985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/ rejects bookings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" y="4114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3986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maintenance blackouts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169164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1965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/home/claude/tactive_ppt/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9397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94960" y="2221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727448" y="298094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7"/>
          <p:cNvSpPr/>
          <p:nvPr/>
        </p:nvSpPr>
        <p:spPr>
          <a:xfrm>
            <a:off x="4965192" y="2852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Auto-confirmed reservations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27448" y="354787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19"/>
          <p:cNvSpPr/>
          <p:nvPr/>
        </p:nvSpPr>
        <p:spPr>
          <a:xfrm>
            <a:off x="4965192" y="341985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late-fee discount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27448" y="41148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1"/>
          <p:cNvSpPr/>
          <p:nvPr/>
        </p:nvSpPr>
        <p:spPr>
          <a:xfrm>
            <a:off x="4965192" y="3986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Fast-tracked support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21040" y="169164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5953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2" descr="/home/claude/tactive_ppt/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209397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281160" y="1984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9281160" y="2221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User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8613648" y="298094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2" name="Text 27"/>
          <p:cNvSpPr/>
          <p:nvPr/>
        </p:nvSpPr>
        <p:spPr>
          <a:xfrm>
            <a:off x="8851392" y="28529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3-booking active quota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613648" y="3547872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4" name="Text 29"/>
          <p:cNvSpPr/>
          <p:nvPr/>
        </p:nvSpPr>
        <p:spPr>
          <a:xfrm>
            <a:off x="8851392" y="341985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Pending-approval workflow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613648" y="4114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6" name="Text 31"/>
          <p:cNvSpPr/>
          <p:nvPr/>
        </p:nvSpPr>
        <p:spPr>
          <a:xfrm>
            <a:off x="8851392" y="3986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late fees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Automated Tests, Three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 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10896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Happy Path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8096" y="363931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100" dirty="0"/>
          </a:p>
        </p:txBody>
      </p:sp>
      <p:pic>
        <p:nvPicPr>
          <p:cNvPr id="19" name="Image 0" descr="/home/claude/tactive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087368"/>
            <a:ext cx="164592" cy="1645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4014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 load</a:t>
            </a:r>
            <a:endParaRPr lang="en-US" sz="1050" dirty="0"/>
          </a:p>
        </p:txBody>
      </p:sp>
      <p:pic>
        <p:nvPicPr>
          <p:cNvPr id="21" name="Image 1" descr="/home/claude/tactive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489704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24128" y="44165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</a:t>
            </a:r>
            <a:endParaRPr lang="en-US" sz="1050" dirty="0"/>
          </a:p>
        </p:txBody>
      </p:sp>
      <p:pic>
        <p:nvPicPr>
          <p:cNvPr id="23" name="Image 2" descr="/home/claude/tactive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92040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24128" y="48188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auto-confirmed booking</a:t>
            </a:r>
            <a:endParaRPr lang="en-US" sz="1050" dirty="0"/>
          </a:p>
        </p:txBody>
      </p:sp>
      <p:pic>
        <p:nvPicPr>
          <p:cNvPr id="25" name="Image 3" descr="/home/claude/tactiv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294376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4128" y="52212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 / reject workflow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434840" y="292608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654296" y="310896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— Business Rules &amp; Edge Cases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654296" y="363931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100" dirty="0"/>
          </a:p>
        </p:txBody>
      </p:sp>
      <p:pic>
        <p:nvPicPr>
          <p:cNvPr id="30" name="Image 4" descr="/home/claude/tactive_ppt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087368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10328" y="4014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conflict (409)</a:t>
            </a:r>
            <a:endParaRPr lang="en-US" sz="1050" dirty="0"/>
          </a:p>
        </p:txBody>
      </p:sp>
      <p:pic>
        <p:nvPicPr>
          <p:cNvPr id="32" name="Image 5" descr="/home/claude/tactive_ppt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4489704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910328" y="44165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enforcement (400)</a:t>
            </a:r>
            <a:endParaRPr lang="en-US" sz="1050" dirty="0"/>
          </a:p>
        </p:txBody>
      </p:sp>
      <p:pic>
        <p:nvPicPr>
          <p:cNvPr id="34" name="Image 6" descr="/home/claude/tactive_ppt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892040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10328" y="48188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blackout (409)</a:t>
            </a:r>
            <a:endParaRPr lang="en-US" sz="1050" dirty="0"/>
          </a:p>
        </p:txBody>
      </p:sp>
      <p:pic>
        <p:nvPicPr>
          <p:cNvPr id="36" name="Image 7" descr="/home/claude/tactive_ppt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5294376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910328" y="52212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late-fee discount logic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8321040" y="292608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8540496" y="3108960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— Invalid Inputs &amp; Security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8540496" y="3639312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100" dirty="0"/>
          </a:p>
        </p:txBody>
      </p:sp>
      <p:pic>
        <p:nvPicPr>
          <p:cNvPr id="41" name="Image 8" descr="/home/claude/tactive_ppt/icon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496" y="4087368"/>
            <a:ext cx="164592" cy="16459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796528" y="4014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date range rejected</a:t>
            </a:r>
            <a:endParaRPr lang="en-US" sz="1050" dirty="0"/>
          </a:p>
        </p:txBody>
      </p:sp>
      <p:pic>
        <p:nvPicPr>
          <p:cNvPr id="43" name="Image 9" descr="/home/claude/tactive_ppt/icon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0496" y="4489704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96528" y="44165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request (401)</a:t>
            </a:r>
            <a:endParaRPr lang="en-US" sz="1050" dirty="0"/>
          </a:p>
        </p:txBody>
      </p:sp>
      <p:pic>
        <p:nvPicPr>
          <p:cNvPr id="45" name="Image 10" descr="/home/claude/tactive_ppt/icon_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0496" y="4892040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796528" y="48188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violations (400)</a:t>
            </a:r>
            <a:endParaRPr lang="en-US" sz="1050" dirty="0"/>
          </a:p>
        </p:txBody>
      </p:sp>
      <p:pic>
        <p:nvPicPr>
          <p:cNvPr id="47" name="Image 11" descr="/home/claude/tactive_ppt/icon_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0496" y="5294376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796528" y="52212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/ header validation</a:t>
            </a:r>
            <a:endParaRPr lang="en-US" sz="1050" dirty="0"/>
          </a:p>
        </p:txBody>
      </p:sp>
      <p:sp>
        <p:nvSpPr>
          <p:cNvPr id="49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50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AI-Assisted Change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the codebase can evolve safely, a new feature was introduced and pushed through a controlled fail-then-fix cycle — with every step logged.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9052" y="25420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59052" y="25420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VIP Tier feature: auto-confirm + 50% late-fee discount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1124" y="25420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25420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7872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6576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feature into reservationRoutes.ts and penaltyCalculator.ts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83196" y="25420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83196" y="25420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9944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36576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suite — capture the deliberate red run with full output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45268" y="25420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5268" y="25420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72016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36024" y="36576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failure, re-run to green, log the before/after 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6392" y="3328416"/>
            <a:ext cx="292608" cy="29260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3136392" y="330098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98464" y="3328416"/>
            <a:ext cx="292608" cy="29260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5998464" y="330098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60536" y="3328416"/>
            <a:ext cx="292608" cy="292608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8860536" y="330098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192256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937760"/>
            <a:ext cx="105521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trail: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docs/RED_RUN_REPORT.md and docs/AI_CHANGE_LOOP_LOG.md capture the exact failing output and the fix that resolved it.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Secure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27306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19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tactive_ppt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293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46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4960" y="1691640"/>
            <a:ext cx="5943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required on every protected route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27306E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660904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tactive_ppt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770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587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94960" y="2532888"/>
            <a:ext cx="5943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VIP / Admin permissions enforced per endpoint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74136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27306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50215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tactive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6118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94960" y="3374136"/>
            <a:ext cx="5943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validates all input before it touches the database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15384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27306E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4340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tactive_ppt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45312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70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94960" y="4215384"/>
            <a:ext cx="5943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SQL statements eliminate injection risk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056632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27306E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18464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tactive_ppt/icon_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29437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1114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Repo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394960" y="5056632"/>
            <a:ext cx="5943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is environment-configurable, never hard-coded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512064"/>
          </a:xfrm>
          <a:prstGeom prst="rect">
            <a:avLst/>
          </a:prstGeom>
          <a:solidFill>
            <a:srgbClr val="F4F6FB"/>
          </a:solidFill>
          <a:ln/>
        </p:spPr>
      </p:sp>
      <p:pic>
        <p:nvPicPr>
          <p:cNvPr id="8" name="Image 0" descr="/home/claude/tactive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214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65960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 with business rules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196596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reservation with 5 domain rules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78024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tactive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3347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478024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(happy + edge + invalid)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863840" y="24780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tests across 3 groups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990088"/>
            <a:ext cx="11064240" cy="512064"/>
          </a:xfrm>
          <a:prstGeom prst="rect">
            <a:avLst/>
          </a:prstGeom>
          <a:solidFill>
            <a:srgbClr val="F4F6FB"/>
          </a:solidFill>
          <a:ln/>
        </p:spPr>
      </p:sp>
      <p:pic>
        <p:nvPicPr>
          <p:cNvPr id="16" name="Image 2" descr="/home/claude/tactive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4553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990088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 run with captured output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63840" y="299008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test:red → RED_RUN_REPORT.md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tactiv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502152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loop (feature → fail → fix)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863840" y="35021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Tier feature → AI_CHANGE_LOOP_LOG.md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014216"/>
            <a:ext cx="11064240" cy="512064"/>
          </a:xfrm>
          <a:prstGeom prst="rect">
            <a:avLst/>
          </a:prstGeom>
          <a:solidFill>
            <a:srgbClr val="F4F6FB"/>
          </a:solidFill>
          <a:ln/>
        </p:spPr>
      </p:sp>
      <p:pic>
        <p:nvPicPr>
          <p:cNvPr id="24" name="Image 4" descr="/home/claude/tactive_ppt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6966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4014216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(auth, validation, no secrets)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863840" y="401421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Zod + parameterized SQL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4526280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5" descr="/home/claude/tactive_ppt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8172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97280" y="4526280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documentation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863840" y="45262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ARCHITECTURE.md, DESIGN.md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48640" y="5038344"/>
            <a:ext cx="11064240" cy="512064"/>
          </a:xfrm>
          <a:prstGeom prst="rect">
            <a:avLst/>
          </a:prstGeom>
          <a:solidFill>
            <a:srgbClr val="F4F6FB"/>
          </a:solidFill>
          <a:ln/>
        </p:spPr>
      </p:sp>
      <p:pic>
        <p:nvPicPr>
          <p:cNvPr id="32" name="Image 6" descr="/home/claude/tactive_ppt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93792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97280" y="5038344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&amp; demo script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863840" y="503834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USER_GUIDE.md, DEMO_SCRIPT.md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548640" y="5550408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7" descr="/home/claude/tactive_ppt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705856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097280" y="5550408"/>
            <a:ext cx="6537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7863840" y="555040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PRESENTATION.html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&amp;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ctive_ppt/icon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23160" y="2606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tactive.onrender.com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23160" y="3063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github.com/kathir022005/Tactive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23160" y="3520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dev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3977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23160" y="39776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 :3000 (MongoDB Atlas)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" y="4507992"/>
            <a:ext cx="4846320" cy="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6360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5001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test:unit  — 19 API tests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8680" y="53492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test:e2e   — Playwright E2E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" y="56967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test:red   — Red run capture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1600200"/>
            <a:ext cx="5303520" cy="4709160"/>
          </a:xfrm>
          <a:prstGeom prst="roundRect">
            <a:avLst>
              <a:gd name="adj" fmla="val 2718"/>
            </a:avLst>
          </a:prstGeom>
          <a:solidFill>
            <a:srgbClr val="1E2761"/>
          </a:solidFill>
          <a:ln/>
        </p:spPr>
      </p:sp>
      <p:sp>
        <p:nvSpPr>
          <p:cNvPr id="22" name="Shape 19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tactive_pp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574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152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Test Accounts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75120" y="2788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229600" y="2788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784080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675120" y="3191256"/>
            <a:ext cx="45720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7512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22960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admin123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9784080" y="3246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667512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jane_doe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22960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user123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9784080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675120" y="4160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john_smith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8229600" y="4160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user123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9784080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67512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alice_wong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22960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user123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9784080" y="4617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· Internal Project Review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052560" y="-914400"/>
            <a:ext cx="4754880" cy="4754880"/>
          </a:xfrm>
          <a:prstGeom prst="roundRect">
            <a:avLst>
              <a:gd name="adj" fmla="val 6731"/>
            </a:avLst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EquipFlow demonstrates that quality, security, and safe iteration aren’t trade-offs — they’re built in from the start.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62179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43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github.com/kathir022005/Tactive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tactive.onrender.com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2026-08-16T04:53:23Z</dcterms:created>
  <dcterms:modified xsi:type="dcterms:W3CDTF">2026-08-16T04:53:23Z</dcterms:modified>
</cp:coreProperties>
</file>